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Montserrat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0" roundtripDataSignature="AMtx7mhoCA8z7/J7V3StqugspRv/LOD1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font" Target="fonts/Montserrat-regular.fntdata"/><Relationship Id="rId7" Type="http://schemas.openxmlformats.org/officeDocument/2006/relationships/font" Target="fonts/Montserrat-bold.fntdata"/><Relationship Id="rId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d7dc208ac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d7dc208ac0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d7dc208ac0_1_0"/>
          <p:cNvSpPr txBox="1"/>
          <p:nvPr>
            <p:ph type="title"/>
          </p:nvPr>
        </p:nvSpPr>
        <p:spPr>
          <a:xfrm>
            <a:off x="2465450" y="248275"/>
            <a:ext cx="7754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54708"/>
              <a:buFont typeface="Calibri"/>
              <a:buNone/>
            </a:pPr>
            <a:r>
              <a:rPr b="1" lang="es-AR" sz="25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Trazando el camino de tus decisiones</a:t>
            </a:r>
            <a:endParaRPr b="1" sz="255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54708"/>
              <a:buFont typeface="Calibri"/>
              <a:buNone/>
            </a:pPr>
            <a:r>
              <a:rPr b="1" lang="es-AR" sz="25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Actividad optativa y autogestionada</a:t>
            </a:r>
            <a:endParaRPr b="1" sz="255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gd7dc208ac0_1_0"/>
          <p:cNvSpPr txBox="1"/>
          <p:nvPr/>
        </p:nvSpPr>
        <p:spPr>
          <a:xfrm>
            <a:off x="85650" y="900675"/>
            <a:ext cx="11924700" cy="523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AR">
                <a:latin typeface="Montserrat"/>
                <a:ea typeface="Montserrat"/>
                <a:cs typeface="Montserrat"/>
                <a:sym typeface="Montserrat"/>
              </a:rPr>
              <a:t>Meta o proyecto de vida: Elegir un estudiar una carrera técnica profesional de nivel superior. ¿Cómo llegaste hasta acá? </a:t>
            </a:r>
            <a:r>
              <a:rPr lang="es-AR">
                <a:latin typeface="Montserrat"/>
                <a:ea typeface="Montserrat"/>
                <a:cs typeface="Montserrat"/>
                <a:sym typeface="Montserrat"/>
              </a:rPr>
              <a:t>Recupera</a:t>
            </a:r>
            <a:r>
              <a:rPr lang="es-AR"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s-AR">
                <a:latin typeface="Montserrat"/>
                <a:ea typeface="Montserrat"/>
                <a:cs typeface="Montserrat"/>
                <a:sym typeface="Montserrat"/>
              </a:rPr>
              <a:t>describe</a:t>
            </a:r>
            <a:r>
              <a:rPr lang="es-AR">
                <a:latin typeface="Montserrat"/>
                <a:ea typeface="Montserrat"/>
                <a:cs typeface="Montserrat"/>
                <a:sym typeface="Montserrat"/>
              </a:rPr>
              <a:t> 4 hitos durante los últimos 10 años. </a:t>
            </a:r>
            <a:endParaRPr b="0" i="0" sz="14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gd7dc208ac0_1_0"/>
          <p:cNvSpPr/>
          <p:nvPr/>
        </p:nvSpPr>
        <p:spPr>
          <a:xfrm>
            <a:off x="0" y="-13325"/>
            <a:ext cx="12205200" cy="261600"/>
          </a:xfrm>
          <a:prstGeom prst="rect">
            <a:avLst/>
          </a:prstGeom>
          <a:solidFill>
            <a:srgbClr val="AF70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d7dc208ac0_1_0"/>
          <p:cNvSpPr/>
          <p:nvPr/>
        </p:nvSpPr>
        <p:spPr>
          <a:xfrm rot="5400000">
            <a:off x="273110" y="1910402"/>
            <a:ext cx="282000" cy="470400"/>
          </a:xfrm>
          <a:prstGeom prst="chevron">
            <a:avLst>
              <a:gd fmla="val 50000" name="adj"/>
            </a:avLst>
          </a:prstGeom>
          <a:solidFill>
            <a:srgbClr val="F653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gd7dc208ac0_1_0"/>
          <p:cNvSpPr/>
          <p:nvPr/>
        </p:nvSpPr>
        <p:spPr>
          <a:xfrm rot="5400000">
            <a:off x="6353467" y="1885031"/>
            <a:ext cx="282000" cy="470400"/>
          </a:xfrm>
          <a:prstGeom prst="chevron">
            <a:avLst>
              <a:gd fmla="val 50000" name="adj"/>
            </a:avLst>
          </a:prstGeom>
          <a:solidFill>
            <a:srgbClr val="AF70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gd7dc208ac0_1_0"/>
          <p:cNvSpPr txBox="1"/>
          <p:nvPr/>
        </p:nvSpPr>
        <p:spPr>
          <a:xfrm>
            <a:off x="150599" y="1888513"/>
            <a:ext cx="5915700" cy="2462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AR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</a:t>
            </a:r>
            <a:r>
              <a:rPr lang="es-AR">
                <a:latin typeface="Montserrat"/>
                <a:ea typeface="Montserrat"/>
                <a:cs typeface="Montserrat"/>
                <a:sym typeface="Montserrat"/>
              </a:rPr>
              <a:t>Hito 1</a:t>
            </a:r>
            <a:r>
              <a:rPr b="0" i="0" lang="es-AR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AR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Espacio para completar</a:t>
            </a:r>
            <a:endParaRPr b="0" i="0" sz="1400" u="none" cap="none" strike="noStrike">
              <a:solidFill>
                <a:schemeClr val="dk1"/>
              </a:solidFill>
              <a:highlight>
                <a:srgbClr val="FFFF00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AR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4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gd7dc208ac0_1_0"/>
          <p:cNvSpPr/>
          <p:nvPr/>
        </p:nvSpPr>
        <p:spPr>
          <a:xfrm rot="5400000">
            <a:off x="273110" y="4505946"/>
            <a:ext cx="282000" cy="470400"/>
          </a:xfrm>
          <a:prstGeom prst="chevron">
            <a:avLst>
              <a:gd fmla="val 50000" name="adj"/>
            </a:avLst>
          </a:prstGeom>
          <a:solidFill>
            <a:srgbClr val="F653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gd7dc208ac0_1_0"/>
          <p:cNvSpPr txBox="1"/>
          <p:nvPr/>
        </p:nvSpPr>
        <p:spPr>
          <a:xfrm>
            <a:off x="178825" y="4351225"/>
            <a:ext cx="5915700" cy="2462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AR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</a:t>
            </a:r>
            <a:r>
              <a:rPr lang="es-AR">
                <a:latin typeface="Montserrat"/>
                <a:ea typeface="Montserrat"/>
                <a:cs typeface="Montserrat"/>
                <a:sym typeface="Montserrat"/>
              </a:rPr>
              <a:t>Hito 3</a:t>
            </a:r>
            <a:r>
              <a:rPr b="0" i="0" lang="es-AR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AR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Espacio para completar</a:t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AR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4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gd7dc208ac0_1_0"/>
          <p:cNvSpPr txBox="1"/>
          <p:nvPr/>
        </p:nvSpPr>
        <p:spPr>
          <a:xfrm>
            <a:off x="6094525" y="1888525"/>
            <a:ext cx="5915700" cy="2462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AR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</a:t>
            </a:r>
            <a:r>
              <a:rPr lang="es-AR">
                <a:latin typeface="Montserrat"/>
                <a:ea typeface="Montserrat"/>
                <a:cs typeface="Montserrat"/>
                <a:sym typeface="Montserrat"/>
              </a:rPr>
              <a:t>Hito 2</a:t>
            </a:r>
            <a:r>
              <a:rPr b="0" i="0" lang="es-AR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AR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Espacio para completar</a:t>
            </a:r>
            <a:endParaRPr b="0" i="0" sz="1400" u="none" cap="none" strike="noStrike">
              <a:solidFill>
                <a:schemeClr val="dk1"/>
              </a:solidFill>
              <a:highlight>
                <a:srgbClr val="FFFF00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gd7dc208ac0_1_0"/>
          <p:cNvSpPr txBox="1"/>
          <p:nvPr/>
        </p:nvSpPr>
        <p:spPr>
          <a:xfrm>
            <a:off x="6094525" y="4351225"/>
            <a:ext cx="5915700" cy="2462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AR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</a:t>
            </a:r>
            <a:r>
              <a:rPr lang="es-AR">
                <a:latin typeface="Montserrat"/>
                <a:ea typeface="Montserrat"/>
                <a:cs typeface="Montserrat"/>
                <a:sym typeface="Montserrat"/>
              </a:rPr>
              <a:t>Hito 4</a:t>
            </a:r>
            <a:r>
              <a:rPr b="0" i="0" lang="es-AR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AR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Espacio para completar</a:t>
            </a:r>
            <a:endParaRPr b="0" i="0" sz="1400" u="none" cap="none" strike="noStrike">
              <a:solidFill>
                <a:schemeClr val="dk1"/>
              </a:solidFill>
              <a:highlight>
                <a:srgbClr val="FFFF00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gd7dc208ac0_1_0"/>
          <p:cNvSpPr/>
          <p:nvPr/>
        </p:nvSpPr>
        <p:spPr>
          <a:xfrm rot="5400000">
            <a:off x="6335901" y="4511574"/>
            <a:ext cx="282000" cy="470400"/>
          </a:xfrm>
          <a:prstGeom prst="chevron">
            <a:avLst>
              <a:gd fmla="val 50000" name="adj"/>
            </a:avLst>
          </a:prstGeom>
          <a:solidFill>
            <a:srgbClr val="AF70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2020-09-19T14:26:46Z</dcterms:created>
  <dc:creator>Dolores García Santillán</dc:creator>
</cp:coreProperties>
</file>